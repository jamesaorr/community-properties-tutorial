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619250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82"/>
    <p:restoredTop sz="96327"/>
  </p:normalViewPr>
  <p:slideViewPr>
    <p:cSldViewPr snapToGrid="0">
      <p:cViewPr varScale="1">
        <p:scale>
          <a:sx n="400" d="100"/>
          <a:sy n="400" d="100"/>
        </p:scale>
        <p:origin x="2912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444" y="176668"/>
            <a:ext cx="1376363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06" y="566988"/>
            <a:ext cx="1214438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7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0" y="269126"/>
            <a:ext cx="1396603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0" y="722415"/>
            <a:ext cx="1396603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/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75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75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90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4" y="287367"/>
            <a:ext cx="68818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745" y="287367"/>
            <a:ext cx="68818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31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34" y="57474"/>
            <a:ext cx="1396603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34" y="264627"/>
            <a:ext cx="685019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34" y="394318"/>
            <a:ext cx="685019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19745" y="264627"/>
            <a:ext cx="688392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19745" y="394318"/>
            <a:ext cx="688392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9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67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8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34" y="71967"/>
            <a:ext cx="522250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392" y="155428"/>
            <a:ext cx="819745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34" y="323850"/>
            <a:ext cx="522250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4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34" y="71967"/>
            <a:ext cx="522250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392" y="155428"/>
            <a:ext cx="819745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34" y="323850"/>
            <a:ext cx="522250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2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26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8776" y="57474"/>
            <a:ext cx="349151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" y="57474"/>
            <a:ext cx="1027212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3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4" y="57474"/>
            <a:ext cx="1396603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4" y="287367"/>
            <a:ext cx="1396603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24" y="1000537"/>
            <a:ext cx="36433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377" y="1000537"/>
            <a:ext cx="546497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595" y="1000537"/>
            <a:ext cx="36433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3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rc 23">
            <a:extLst>
              <a:ext uri="{FF2B5EF4-FFF2-40B4-BE49-F238E27FC236}">
                <a16:creationId xmlns:a16="http://schemas.microsoft.com/office/drawing/2014/main" id="{CBF21E4F-98BD-3FA6-7FD7-1DBBE6D9CBDE}"/>
              </a:ext>
            </a:extLst>
          </p:cNvPr>
          <p:cNvSpPr/>
          <p:nvPr/>
        </p:nvSpPr>
        <p:spPr>
          <a:xfrm rot="1929378">
            <a:off x="1003662" y="661803"/>
            <a:ext cx="306438" cy="402828"/>
          </a:xfrm>
          <a:prstGeom prst="arc">
            <a:avLst>
              <a:gd name="adj1" fmla="val 16181875"/>
              <a:gd name="adj2" fmla="val 17872657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82674-9FAE-3192-45C2-6A2402A54B70}"/>
              </a:ext>
            </a:extLst>
          </p:cNvPr>
          <p:cNvSpPr txBox="1"/>
          <p:nvPr/>
        </p:nvSpPr>
        <p:spPr>
          <a:xfrm>
            <a:off x="21035" y="158202"/>
            <a:ext cx="1598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Helvetica" pitchFamily="2" charset="0"/>
                <a:cs typeface="Arial" panose="020B0604020202020204" pitchFamily="34" charset="0"/>
              </a:rPr>
              <a:t>Tutorial on the variability of functional and biodiversity responses to perturbations</a:t>
            </a:r>
          </a:p>
        </p:txBody>
      </p:sp>
      <p:pic>
        <p:nvPicPr>
          <p:cNvPr id="54" name="Picture 53" descr="A grey circle and dots&#10;&#10;Description automatically generated with medium confidence">
            <a:extLst>
              <a:ext uri="{FF2B5EF4-FFF2-40B4-BE49-F238E27FC236}">
                <a16:creationId xmlns:a16="http://schemas.microsoft.com/office/drawing/2014/main" id="{6ED05F55-3A21-6E70-068F-490E20CBC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24" y="518975"/>
            <a:ext cx="416520" cy="294967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7551450-23E3-EB1F-67C9-FBCB670DAFE3}"/>
              </a:ext>
            </a:extLst>
          </p:cNvPr>
          <p:cNvCxnSpPr>
            <a:cxnSpLocks/>
          </p:cNvCxnSpPr>
          <p:nvPr/>
        </p:nvCxnSpPr>
        <p:spPr>
          <a:xfrm>
            <a:off x="1186609" y="488950"/>
            <a:ext cx="0" cy="30192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7F4317E-4E45-C092-B45D-9B08BA55EDA6}"/>
              </a:ext>
            </a:extLst>
          </p:cNvPr>
          <p:cNvCxnSpPr>
            <a:cxnSpLocks/>
          </p:cNvCxnSpPr>
          <p:nvPr/>
        </p:nvCxnSpPr>
        <p:spPr>
          <a:xfrm>
            <a:off x="1186609" y="790869"/>
            <a:ext cx="25949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CA76B74-4471-E7B3-E2E4-66057FE57B8A}"/>
              </a:ext>
            </a:extLst>
          </p:cNvPr>
          <p:cNvCxnSpPr>
            <a:cxnSpLocks/>
          </p:cNvCxnSpPr>
          <p:nvPr/>
        </p:nvCxnSpPr>
        <p:spPr>
          <a:xfrm flipV="1">
            <a:off x="1187712" y="518974"/>
            <a:ext cx="76390" cy="268884"/>
          </a:xfrm>
          <a:prstGeom prst="straightConnector1">
            <a:avLst/>
          </a:prstGeom>
          <a:ln w="5080"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411BDB5-FAB2-6279-E42B-EDA8EA80FEDA}"/>
              </a:ext>
            </a:extLst>
          </p:cNvPr>
          <p:cNvCxnSpPr>
            <a:cxnSpLocks/>
          </p:cNvCxnSpPr>
          <p:nvPr/>
        </p:nvCxnSpPr>
        <p:spPr>
          <a:xfrm flipV="1">
            <a:off x="1190488" y="581009"/>
            <a:ext cx="150769" cy="209843"/>
          </a:xfrm>
          <a:prstGeom prst="straightConnector1">
            <a:avLst/>
          </a:prstGeom>
          <a:ln w="5080">
            <a:solidFill>
              <a:schemeClr val="tx1">
                <a:lumMod val="50000"/>
                <a:lumOff val="50000"/>
              </a:schemeClr>
            </a:solidFill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2D17DCE-532B-A84D-FF9D-E366B961268E}"/>
              </a:ext>
            </a:extLst>
          </p:cNvPr>
          <p:cNvCxnSpPr>
            <a:cxnSpLocks/>
          </p:cNvCxnSpPr>
          <p:nvPr/>
        </p:nvCxnSpPr>
        <p:spPr>
          <a:xfrm flipV="1">
            <a:off x="1196529" y="753175"/>
            <a:ext cx="197266" cy="32340"/>
          </a:xfrm>
          <a:prstGeom prst="straightConnector1">
            <a:avLst/>
          </a:prstGeom>
          <a:ln w="5080"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Arc 60">
            <a:extLst>
              <a:ext uri="{FF2B5EF4-FFF2-40B4-BE49-F238E27FC236}">
                <a16:creationId xmlns:a16="http://schemas.microsoft.com/office/drawing/2014/main" id="{44C0D14B-3C31-60D3-80D1-2B4FF7605526}"/>
              </a:ext>
            </a:extLst>
          </p:cNvPr>
          <p:cNvSpPr/>
          <p:nvPr/>
        </p:nvSpPr>
        <p:spPr>
          <a:xfrm rot="315786">
            <a:off x="1060062" y="646731"/>
            <a:ext cx="306438" cy="402828"/>
          </a:xfrm>
          <a:prstGeom prst="arc">
            <a:avLst>
              <a:gd name="adj1" fmla="val 16181875"/>
              <a:gd name="adj2" fmla="val 1718548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ircle with animals in the forest&#10;&#10;Description automatically generated">
            <a:extLst>
              <a:ext uri="{FF2B5EF4-FFF2-40B4-BE49-F238E27FC236}">
                <a16:creationId xmlns:a16="http://schemas.microsoft.com/office/drawing/2014/main" id="{12BD6B8F-B743-41CA-C1F0-E28DFFAF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17" y="422283"/>
            <a:ext cx="465215" cy="46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25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</TotalTime>
  <Words>11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Orr</dc:creator>
  <cp:lastModifiedBy>James Orr</cp:lastModifiedBy>
  <cp:revision>13</cp:revision>
  <dcterms:created xsi:type="dcterms:W3CDTF">2023-11-17T10:16:17Z</dcterms:created>
  <dcterms:modified xsi:type="dcterms:W3CDTF">2023-12-04T09:26:18Z</dcterms:modified>
</cp:coreProperties>
</file>