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619250" cy="1079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82"/>
    <p:restoredTop sz="96327"/>
  </p:normalViewPr>
  <p:slideViewPr>
    <p:cSldViewPr snapToGrid="0">
      <p:cViewPr varScale="1">
        <p:scale>
          <a:sx n="400" d="100"/>
          <a:sy n="400" d="100"/>
        </p:scale>
        <p:origin x="2912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444" y="176668"/>
            <a:ext cx="1376363" cy="375826"/>
          </a:xfrm>
        </p:spPr>
        <p:txBody>
          <a:bodyPr anchor="b"/>
          <a:lstStyle>
            <a:lvl1pPr algn="ctr"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406" y="566988"/>
            <a:ext cx="1214438" cy="260629"/>
          </a:xfrm>
        </p:spPr>
        <p:txBody>
          <a:bodyPr/>
          <a:lstStyle>
            <a:lvl1pPr marL="0" indent="0" algn="ctr">
              <a:buNone/>
              <a:defRPr sz="378"/>
            </a:lvl1pPr>
            <a:lvl2pPr marL="71963" indent="0" algn="ctr">
              <a:buNone/>
              <a:defRPr sz="315"/>
            </a:lvl2pPr>
            <a:lvl3pPr marL="143927" indent="0" algn="ctr">
              <a:buNone/>
              <a:defRPr sz="283"/>
            </a:lvl3pPr>
            <a:lvl4pPr marL="215890" indent="0" algn="ctr">
              <a:buNone/>
              <a:defRPr sz="252"/>
            </a:lvl4pPr>
            <a:lvl5pPr marL="287853" indent="0" algn="ctr">
              <a:buNone/>
              <a:defRPr sz="252"/>
            </a:lvl5pPr>
            <a:lvl6pPr marL="359816" indent="0" algn="ctr">
              <a:buNone/>
              <a:defRPr sz="252"/>
            </a:lvl6pPr>
            <a:lvl7pPr marL="431780" indent="0" algn="ctr">
              <a:buNone/>
              <a:defRPr sz="252"/>
            </a:lvl7pPr>
            <a:lvl8pPr marL="503743" indent="0" algn="ctr">
              <a:buNone/>
              <a:defRPr sz="252"/>
            </a:lvl8pPr>
            <a:lvl9pPr marL="575706" indent="0" algn="ctr">
              <a:buNone/>
              <a:defRPr sz="25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79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6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0" y="269126"/>
            <a:ext cx="1396603" cy="449042"/>
          </a:xfrm>
        </p:spPr>
        <p:txBody>
          <a:bodyPr anchor="b"/>
          <a:lstStyle>
            <a:lvl1pPr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0" y="722415"/>
            <a:ext cx="1396603" cy="236141"/>
          </a:xfrm>
        </p:spPr>
        <p:txBody>
          <a:bodyPr/>
          <a:lstStyle>
            <a:lvl1pPr marL="0" indent="0">
              <a:buNone/>
              <a:defRPr sz="378">
                <a:solidFill>
                  <a:schemeClr val="tx1"/>
                </a:solidFill>
              </a:defRPr>
            </a:lvl1pPr>
            <a:lvl2pPr marL="71963" indent="0">
              <a:buNone/>
              <a:defRPr sz="315">
                <a:solidFill>
                  <a:schemeClr val="tx1">
                    <a:tint val="75000"/>
                  </a:schemeClr>
                </a:solidFill>
              </a:defRPr>
            </a:lvl2pPr>
            <a:lvl3pPr marL="143927" indent="0">
              <a:buNone/>
              <a:defRPr sz="283">
                <a:solidFill>
                  <a:schemeClr val="tx1">
                    <a:tint val="75000"/>
                  </a:schemeClr>
                </a:solidFill>
              </a:defRPr>
            </a:lvl3pPr>
            <a:lvl4pPr marL="215890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4pPr>
            <a:lvl5pPr marL="287853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5pPr>
            <a:lvl6pPr marL="359816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6pPr>
            <a:lvl7pPr marL="431780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7pPr>
            <a:lvl8pPr marL="503743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8pPr>
            <a:lvl9pPr marL="575706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90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24" y="287367"/>
            <a:ext cx="688181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745" y="287367"/>
            <a:ext cx="688181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231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34" y="57474"/>
            <a:ext cx="1396603" cy="20865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34" y="264627"/>
            <a:ext cx="685019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34" y="394318"/>
            <a:ext cx="685019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19745" y="264627"/>
            <a:ext cx="688392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19745" y="394318"/>
            <a:ext cx="688392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094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067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382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34" y="71967"/>
            <a:ext cx="522250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392" y="155428"/>
            <a:ext cx="819745" cy="767145"/>
          </a:xfrm>
        </p:spPr>
        <p:txBody>
          <a:bodyPr/>
          <a:lstStyle>
            <a:lvl1pPr>
              <a:defRPr sz="504"/>
            </a:lvl1pPr>
            <a:lvl2pPr>
              <a:defRPr sz="441"/>
            </a:lvl2pPr>
            <a:lvl3pPr>
              <a:defRPr sz="378"/>
            </a:lvl3pPr>
            <a:lvl4pPr>
              <a:defRPr sz="315"/>
            </a:lvl4pPr>
            <a:lvl5pPr>
              <a:defRPr sz="315"/>
            </a:lvl5pPr>
            <a:lvl6pPr>
              <a:defRPr sz="315"/>
            </a:lvl6pPr>
            <a:lvl7pPr>
              <a:defRPr sz="315"/>
            </a:lvl7pPr>
            <a:lvl8pPr>
              <a:defRPr sz="315"/>
            </a:lvl8pPr>
            <a:lvl9pPr>
              <a:defRPr sz="31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34" y="323850"/>
            <a:ext cx="522250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41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34" y="71967"/>
            <a:ext cx="522250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392" y="155428"/>
            <a:ext cx="819745" cy="767145"/>
          </a:xfrm>
        </p:spPr>
        <p:txBody>
          <a:bodyPr anchor="t"/>
          <a:lstStyle>
            <a:lvl1pPr marL="0" indent="0">
              <a:buNone/>
              <a:defRPr sz="504"/>
            </a:lvl1pPr>
            <a:lvl2pPr marL="71963" indent="0">
              <a:buNone/>
              <a:defRPr sz="441"/>
            </a:lvl2pPr>
            <a:lvl3pPr marL="143927" indent="0">
              <a:buNone/>
              <a:defRPr sz="378"/>
            </a:lvl3pPr>
            <a:lvl4pPr marL="215890" indent="0">
              <a:buNone/>
              <a:defRPr sz="315"/>
            </a:lvl4pPr>
            <a:lvl5pPr marL="287853" indent="0">
              <a:buNone/>
              <a:defRPr sz="315"/>
            </a:lvl5pPr>
            <a:lvl6pPr marL="359816" indent="0">
              <a:buNone/>
              <a:defRPr sz="315"/>
            </a:lvl6pPr>
            <a:lvl7pPr marL="431780" indent="0">
              <a:buNone/>
              <a:defRPr sz="315"/>
            </a:lvl7pPr>
            <a:lvl8pPr marL="503743" indent="0">
              <a:buNone/>
              <a:defRPr sz="315"/>
            </a:lvl8pPr>
            <a:lvl9pPr marL="575706" indent="0">
              <a:buNone/>
              <a:defRPr sz="31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34" y="323850"/>
            <a:ext cx="522250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22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26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8776" y="57474"/>
            <a:ext cx="349151" cy="91482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23" y="57474"/>
            <a:ext cx="1027212" cy="91482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33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24" y="57474"/>
            <a:ext cx="1396603" cy="208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4" y="287367"/>
            <a:ext cx="1396603" cy="684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24" y="1000537"/>
            <a:ext cx="364331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67027-009F-6F49-BBB1-06C9565AE875}" type="datetimeFigureOut">
              <a:rPr lang="en-US" smtClean="0"/>
              <a:t>12/4/23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377" y="1000537"/>
            <a:ext cx="546497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3595" y="1000537"/>
            <a:ext cx="364331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09E0E-D70C-8B47-AF09-90EA665E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3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3927" rtl="0" eaLnBrk="1" latinLnBrk="0" hangingPunct="1">
        <a:lnSpc>
          <a:spcPct val="90000"/>
        </a:lnSpc>
        <a:spcBef>
          <a:spcPct val="0"/>
        </a:spcBef>
        <a:buNone/>
        <a:defRPr sz="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82" indent="-35982" algn="l" defTabSz="143927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1pPr>
      <a:lvl2pPr marL="10794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7990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15" kern="1200">
          <a:solidFill>
            <a:schemeClr val="tx1"/>
          </a:solidFill>
          <a:latin typeface="+mn-lt"/>
          <a:ea typeface="+mn-ea"/>
          <a:cs typeface="+mn-cs"/>
        </a:defRPr>
      </a:lvl3pPr>
      <a:lvl4pPr marL="25187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32383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9579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6776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3972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61168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1pPr>
      <a:lvl2pPr marL="7196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2pPr>
      <a:lvl3pPr marL="143927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3pPr>
      <a:lvl4pPr marL="21589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28785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5981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3178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0374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57570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55FFC6-7A9E-B3E9-640C-3EA3EB28A0CC}"/>
              </a:ext>
            </a:extLst>
          </p:cNvPr>
          <p:cNvSpPr/>
          <p:nvPr/>
        </p:nvSpPr>
        <p:spPr>
          <a:xfrm>
            <a:off x="198435" y="307975"/>
            <a:ext cx="546100" cy="5461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16ECA8-53F8-ADC5-40C3-28CDF2FE0302}"/>
              </a:ext>
            </a:extLst>
          </p:cNvPr>
          <p:cNvSpPr txBox="1"/>
          <p:nvPr/>
        </p:nvSpPr>
        <p:spPr>
          <a:xfrm>
            <a:off x="92073" y="854075"/>
            <a:ext cx="78105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dirty="0">
                <a:latin typeface="Arial" panose="020B0604020202020204" pitchFamily="34" charset="0"/>
                <a:cs typeface="Arial" panose="020B0604020202020204" pitchFamily="34" charset="0"/>
              </a:rPr>
              <a:t>Deviation from prediction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DC7F3A-F4F8-504B-8FC2-87F87085666B}"/>
              </a:ext>
            </a:extLst>
          </p:cNvPr>
          <p:cNvSpPr txBox="1"/>
          <p:nvPr/>
        </p:nvSpPr>
        <p:spPr>
          <a:xfrm>
            <a:off x="79000" y="62010"/>
            <a:ext cx="7786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Mismatches between two functions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E681F5-4EC9-1A2E-2341-99A9E49AE145}"/>
              </a:ext>
            </a:extLst>
          </p:cNvPr>
          <p:cNvSpPr txBox="1"/>
          <p:nvPr/>
        </p:nvSpPr>
        <p:spPr>
          <a:xfrm rot="16200000">
            <a:off x="-298453" y="498445"/>
            <a:ext cx="78105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>
                <a:latin typeface="Arial" panose="020B0604020202020204" pitchFamily="34" charset="0"/>
                <a:cs typeface="Arial" panose="020B0604020202020204" pitchFamily="34" charset="0"/>
              </a:rPr>
              <a:t>Response diversity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787960-248B-D001-42B3-B67508E9E83A}"/>
              </a:ext>
            </a:extLst>
          </p:cNvPr>
          <p:cNvSpPr/>
          <p:nvPr/>
        </p:nvSpPr>
        <p:spPr>
          <a:xfrm>
            <a:off x="988173" y="301624"/>
            <a:ext cx="546100" cy="5461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0FF03B-DA38-D193-A863-0059D4F54F6C}"/>
              </a:ext>
            </a:extLst>
          </p:cNvPr>
          <p:cNvSpPr txBox="1"/>
          <p:nvPr/>
        </p:nvSpPr>
        <p:spPr>
          <a:xfrm>
            <a:off x="870696" y="857508"/>
            <a:ext cx="78105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dirty="0">
                <a:latin typeface="Arial" panose="020B0604020202020204" pitchFamily="34" charset="0"/>
                <a:cs typeface="Arial" panose="020B0604020202020204" pitchFamily="34" charset="0"/>
              </a:rPr>
              <a:t>Proportion of mismatches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3C3B8-BC83-467B-0603-0C2E1A07860B}"/>
              </a:ext>
            </a:extLst>
          </p:cNvPr>
          <p:cNvSpPr txBox="1"/>
          <p:nvPr/>
        </p:nvSpPr>
        <p:spPr>
          <a:xfrm>
            <a:off x="877045" y="55662"/>
            <a:ext cx="781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Mismatches between function and diversity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D5E354-0BB6-BEC0-7F00-43D40F7FA5EF}"/>
              </a:ext>
            </a:extLst>
          </p:cNvPr>
          <p:cNvSpPr txBox="1"/>
          <p:nvPr/>
        </p:nvSpPr>
        <p:spPr>
          <a:xfrm rot="16200000">
            <a:off x="508745" y="501878"/>
            <a:ext cx="78105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>
                <a:latin typeface="Arial" panose="020B0604020202020204" pitchFamily="34" charset="0"/>
                <a:cs typeface="Arial" panose="020B0604020202020204" pitchFamily="34" charset="0"/>
              </a:rPr>
              <a:t>Biomass scaling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100CC54-81A3-9B5D-403F-D3667599D922}"/>
              </a:ext>
            </a:extLst>
          </p:cNvPr>
          <p:cNvCxnSpPr/>
          <p:nvPr/>
        </p:nvCxnSpPr>
        <p:spPr>
          <a:xfrm>
            <a:off x="238125" y="346075"/>
            <a:ext cx="460375" cy="4572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3A56526-0FDF-0162-6C90-063EF351EB2E}"/>
              </a:ext>
            </a:extLst>
          </p:cNvPr>
          <p:cNvCxnSpPr>
            <a:cxnSpLocks/>
          </p:cNvCxnSpPr>
          <p:nvPr/>
        </p:nvCxnSpPr>
        <p:spPr>
          <a:xfrm flipV="1">
            <a:off x="1021781" y="341798"/>
            <a:ext cx="470843" cy="465753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1125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</TotalTime>
  <Words>19</Words>
  <Application>Microsoft Macintosh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Orr</dc:creator>
  <cp:lastModifiedBy>James Orr</cp:lastModifiedBy>
  <cp:revision>24</cp:revision>
  <dcterms:created xsi:type="dcterms:W3CDTF">2023-11-17T10:16:17Z</dcterms:created>
  <dcterms:modified xsi:type="dcterms:W3CDTF">2023-12-04T12:31:56Z</dcterms:modified>
</cp:coreProperties>
</file>